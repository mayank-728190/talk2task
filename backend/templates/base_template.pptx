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C2DA-051F-9CD1-AC69-DB9BFD699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8A716-2F46-E3EE-CCD9-C5E5ED698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B9C34-1BA5-727F-6EAD-E1B5F4F9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7039-2100-4BF1-AB84-8144F5C85C6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609ED-FD42-74F2-B1D1-EB2CB2DC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5D7E3-FA6D-6B63-1079-245B058B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09C83-C42B-402F-A6E5-92F437323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25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ECFD-19A4-B6F8-4178-959E0DC4B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DFEE6-A3D3-F286-50C3-D58CBE485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0688-1188-5B5F-DE9D-6C6C244D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7039-2100-4BF1-AB84-8144F5C85C6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DA448-01E1-F0E2-5135-AC545766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D7FD6-077A-004E-2C63-DC202E77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09C83-C42B-402F-A6E5-92F437323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194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2BFB9-6D3C-CBE6-8C72-3967E36E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8B4DC-EA36-DBAE-00A8-5AC8FBBE5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7490D-2DC8-635E-62FF-CA18D733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7039-2100-4BF1-AB84-8144F5C85C6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BEF37-E8C0-4804-CC96-576F242FD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29CDD-BB1A-4957-8039-C943ECFA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09C83-C42B-402F-A6E5-92F437323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6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76E6-DF8A-1991-6197-638AA917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2BAB1-834D-956C-C3EB-AEA19A1AD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13B23-6A87-FF3D-2C56-2C07CE569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6DD03-A744-7187-6386-1CD270B14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7039-2100-4BF1-AB84-8144F5C85C6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85D4D-9662-1360-E3DC-B298385D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9FDA2-8F5A-27C5-42AE-3E9D4741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09C83-C42B-402F-A6E5-92F437323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571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19612-2055-A36F-7C0B-5BAEBFA38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71791-5DCD-CE8E-DAB3-E183DF090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882EF-B2A9-4BFB-DB3C-7A7665BBC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6503F7-EFF1-6F1A-4B4D-3A2BFB564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7C95E-13DA-809C-7409-A81B418F3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0EA7E8-4DFD-02FF-8EB9-B7E7DBFE7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7039-2100-4BF1-AB84-8144F5C85C6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A2E34A-269F-4D93-F3C8-2E83ECA01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C5069-A6EB-A488-2E4B-B73B79A8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09C83-C42B-402F-A6E5-92F437323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71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871-AA20-DAB0-D094-FDE0A92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8A165-B109-F83D-E7D5-A3AA372D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7039-2100-4BF1-AB84-8144F5C85C6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2E96A-186B-EC01-8541-5F682C104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139F6-E042-875E-C48C-681D77B2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09C83-C42B-402F-A6E5-92F437323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731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9C25D4-98EE-D50A-24B9-0402583AC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7039-2100-4BF1-AB84-8144F5C85C6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32FF63-93D8-920A-6A3A-3D4807037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3BEC4-BE5C-7D86-A688-82CE1A8C7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09C83-C42B-402F-A6E5-92F437323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41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986FF-0175-D0A1-E323-15C3C4D84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B6A26-76C2-A4D4-34CD-32E8908BD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DE76D-D745-09E1-8B43-3A7F8C19C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AF0A5-7B7E-6AEE-3B9F-1713681EA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7039-2100-4BF1-AB84-8144F5C85C6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EAFEE-D30B-039E-6A97-C4077AB6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5A18-70B7-7D51-4BE4-BBAA9003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09C83-C42B-402F-A6E5-92F437323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28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4BA4-997C-947C-30A6-E5F9F3420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8F6321-6680-F988-66B2-2E5DA6844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B77FF-493A-7CC3-4FC1-AAFF01FF8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45118-230D-56A5-EADD-E9F75F041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7039-2100-4BF1-AB84-8144F5C85C6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B9ACE-C344-8961-DFC1-16125914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49B3C-37CB-B61A-FCD2-C38FEC88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09C83-C42B-402F-A6E5-92F437323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672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F197B-B4F6-980C-CE7D-306D6B447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995C3-AC72-F168-FFA7-75414A06F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F7FDD-7719-C5C1-64E5-A70FB2EE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7039-2100-4BF1-AB84-8144F5C85C6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98356-FB63-73E5-C96D-058A9432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411B6-FFD7-CAAF-3942-8FC5F2EB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09C83-C42B-402F-A6E5-92F437323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493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3971D-A4D1-D539-361D-D7275FFFD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208C6-5C84-58B2-72A0-606EE2DD1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D9849-4E9E-0057-8069-8E5626BB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97039-2100-4BF1-AB84-8144F5C85C6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42E16-C211-2CDF-C94E-1DA17BD8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B52D7-0B5D-B690-C509-C23912CB8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09C83-C42B-402F-A6E5-92F437323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84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ACBA51-045A-5009-0A51-9E036EC22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1ECA5-08C9-5C6A-D217-EE84EB1AE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A799D-DFCA-B4CD-06F0-5B00BEBC6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97039-2100-4BF1-AB84-8144F5C85C6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0CAA3-51F5-051C-9F57-DCA4C96FB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09444-7038-9DCE-F9DD-A5C9AAAAD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09C83-C42B-402F-A6E5-92F437323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243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D04B-FA86-C343-FE9C-6BBDBD44DD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99BB6-5183-5A27-B03B-1CA4E3FA49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719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.</dc:creator>
  <cp:lastModifiedBy>Mayank .</cp:lastModifiedBy>
  <cp:revision>1</cp:revision>
  <dcterms:created xsi:type="dcterms:W3CDTF">2026-01-22T21:20:24Z</dcterms:created>
  <dcterms:modified xsi:type="dcterms:W3CDTF">2026-01-22T21:21:03Z</dcterms:modified>
</cp:coreProperties>
</file>