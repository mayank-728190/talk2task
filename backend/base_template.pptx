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E7C15-AA0B-DACE-A236-5FB2A7590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6AFF0-1F96-943A-B374-99DECC768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72A7D-5BFE-A4E5-342B-4579B15EE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A367-936B-4808-B4E8-77F292CE1933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BA301-7CF5-1BCF-0C57-3A19FA4AC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FE888-81B3-F473-57D9-150636C7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989F-8877-4A32-9A5F-2A876B623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97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3839-4DBE-F7E4-685D-C7C7A6FFD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0173E-F9F2-8FE6-9D12-BAE0946BD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ADF25-54F5-D739-41F8-B6759E23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A367-936B-4808-B4E8-77F292CE1933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6372B-D670-E0A2-2C06-4C4EAFBBF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F3BC5-5702-77FC-DFCC-49F1C8494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989F-8877-4A32-9A5F-2A876B623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452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5C69D-EFC3-7E29-C1FF-0D28C7DFD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54E93-81C4-298F-F48C-05F30F37F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95866-5D47-54D1-36C9-EAD32A5A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A367-936B-4808-B4E8-77F292CE1933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25CED-4E4A-8518-0716-D628E502F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81E01-5F45-1344-06DE-593F6794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989F-8877-4A32-9A5F-2A876B623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44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C71E-62BF-A45A-3549-44793B220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612AF-FDC8-9933-FF12-2ACC3D6C3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FD78D-269A-7001-0641-FE6617868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1B28A-BE0A-C25E-23ED-673067FA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A367-936B-4808-B4E8-77F292CE1933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AC897-CD16-01CB-F0F0-CFF6C2F9D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4D1D9-FB08-342F-B3B7-2E21ECD3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989F-8877-4A32-9A5F-2A876B623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838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8A0BD-4420-2AF0-BF53-6188610DB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9A1BE-1798-A0DE-20F5-1F6F4A30D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92035-5C50-CCD1-0339-370D4A84F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F5423-0F08-8554-78ED-454087D0F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9D0130-6438-C010-2FDC-DF5B46B92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831F70-A2BF-496A-D2C3-6C915DDF3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A367-936B-4808-B4E8-77F292CE1933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D7DAB3-F1B8-7634-3ACF-824C90F68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7DFDC-6C07-03CB-A870-10DC589E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989F-8877-4A32-9A5F-2A876B623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065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C7C58-1DE3-45C4-42CE-16D5AFDF3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DFA76F-880D-767E-380B-3359793D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A367-936B-4808-B4E8-77F292CE1933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1DA42-A952-A7A3-F7E8-2EBAC360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4D1F7-5C94-CC46-262F-36D038592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989F-8877-4A32-9A5F-2A876B623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30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285B9B-1D8F-54C3-A34B-7B27F5413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A367-936B-4808-B4E8-77F292CE1933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F1D629-6B5C-810F-07E6-308F8648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73D89-C4F0-E292-AA56-E76BC829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989F-8877-4A32-9A5F-2A876B623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707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A35F7-FEE5-9602-54BB-7932AB969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D9D3-997C-3CF6-E870-4B6C41F7B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05FB4-B3B9-6DA4-F0F9-92B022103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891E3-1DFF-1149-A96C-2A733C56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A367-936B-4808-B4E8-77F292CE1933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9E460-06A4-1AB8-072E-F193F112B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91ED3-BC64-B8E5-1EC0-8D4E9E89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989F-8877-4A32-9A5F-2A876B623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10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49BD2-32FF-AE44-8299-D34775E71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D7E581-6D45-6CF9-16A0-D9B6E3EEA5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E5B75-B15B-F5AC-9EA4-593636A00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D0E07-0312-C07A-D965-7DDF612F4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A367-936B-4808-B4E8-77F292CE1933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496D5-EA36-EB9D-EEC4-11C70C49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7B9ED-47F6-8FCE-2C20-334539FB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989F-8877-4A32-9A5F-2A876B623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999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7197C-0C14-C7AB-2802-F83CF2C7B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2B175-B8BA-7332-9994-AC54440AB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3A1AB-AEAE-0536-06D1-3EA9202E3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A367-936B-4808-B4E8-77F292CE1933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03B5F-B229-6BF5-51E1-004211262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A321E-4CF1-7A5C-2CB7-92DE67CF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989F-8877-4A32-9A5F-2A876B623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43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FC432F-2300-0FD7-BAC3-705CB02EDD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0E7B9-64F7-0AC5-AE04-BBEA70F8E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B4F7C-64BE-DC28-2C7F-401DEFDB5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2A367-936B-4808-B4E8-77F292CE1933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A39B3-DC91-E5CE-BF6B-2A42F12A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2DAC5-56D5-F33A-4321-154ED87F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0989F-8877-4A32-9A5F-2A876B623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86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097A30-AE2B-6B25-DF7D-E911BEEA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BB16E-439E-5BD3-6441-C56B4A4A4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FAFCF-3B01-E0EF-7063-33FA66969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2A367-936B-4808-B4E8-77F292CE1933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0D4A5-A6BD-DA0E-905B-ABF381E5D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B77F5-6A1F-2777-42C0-F69983B3B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0989F-8877-4A32-9A5F-2A876B623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351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5CCD2-ECFE-939B-3854-A01E0D6B7B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Title 1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F78BC-82E5-3FFA-29C7-E11BE58B59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Content 2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12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11EB0-759C-B3E3-BFC7-CA4B13791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8FEED-8D13-03A9-FE1B-08750E18E8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Title 1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D3E55-F0CF-9A83-AE1F-3D5ED71B31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Content 2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765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B2FED-6F4A-5BA0-7881-FD157D188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E2F8B-0A66-47E7-C23E-45CD602199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Title 1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DAF3A-9DD8-D718-E074-1C56B8A46B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Content 2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359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B3B5C-166D-158E-E512-C54EF5E8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CD2DD-BA96-58B5-7BA7-B632413734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Title 1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8085D-D74D-7A8B-9F14-3083CC38C3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Content 2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371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13FF1-4E5B-C725-5E39-BE1901B0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63C56-3178-C79C-F3A1-CCB12475A2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Title 1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E1D11-C561-F32E-3B2C-C8CFFC1CFE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Content 2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008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Title 1 </vt:lpstr>
      <vt:lpstr>Title 1 </vt:lpstr>
      <vt:lpstr>Title 1 </vt:lpstr>
      <vt:lpstr>Title 1 </vt:lpstr>
      <vt:lpstr>Title 1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.</dc:creator>
  <cp:lastModifiedBy>Mayank .</cp:lastModifiedBy>
  <cp:revision>4</cp:revision>
  <dcterms:created xsi:type="dcterms:W3CDTF">2026-01-22T21:19:12Z</dcterms:created>
  <dcterms:modified xsi:type="dcterms:W3CDTF">2026-01-22T21:43:51Z</dcterms:modified>
</cp:coreProperties>
</file>